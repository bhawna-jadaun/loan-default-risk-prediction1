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Loan Default Risk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Data Science &amp; Machine Learning Project</a:t>
            </a:r>
            <a:br/>
            <a:br/>
            <a:r>
              <a:t>Presented by:</a:t>
            </a:r>
            <a:br/>
            <a:r>
              <a:t>Bhawna Jadaun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Loan default is a major risk for financial institutions.</a:t>
            </a:r>
            <a:br/>
            <a:br/>
            <a:r>
              <a:t>Machine Learning can be used to analyze customer information and identify customers who may have a higher risk of loan default.</a:t>
            </a:r>
            <a:br/>
            <a:br/>
            <a:r>
              <a:t>This project develops a Random Forest based model for predicting loan default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Financial institutions need to identify potential loan defaulters before approving loans.</a:t>
            </a:r>
            <a:br/>
            <a:br/>
            <a:r>
              <a:t>Manual assessment can be time-consuming and may not capture complex patterns in customer data.</a:t>
            </a:r>
            <a:br/>
            <a:br/>
            <a:r>
              <a:t>Therefore, a Machine Learning model can help predict loan default risk using customer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• Analyze loan customer data</a:t>
            </a:r>
            <a:br/>
            <a:r>
              <a:t>• Perform data preprocessing</a:t>
            </a:r>
            <a:br/>
            <a:r>
              <a:t>• Explore important patterns in the dataset</a:t>
            </a:r>
            <a:br/>
            <a:r>
              <a:t>• Visualize loan-related information</a:t>
            </a:r>
            <a:br/>
            <a:r>
              <a:t>• Train a Machine Learning model</a:t>
            </a:r>
            <a:br/>
            <a:r>
              <a:t>• Evaluate model performance</a:t>
            </a:r>
            <a:br/>
            <a:r>
              <a:t>• Predict loan default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The dataset contains information about loan applicants.</a:t>
            </a:r>
            <a:br/>
            <a:br/>
            <a:r>
              <a:t>Features:</a:t>
            </a:r>
            <a:br/>
            <a:r>
              <a:t>• Age</a:t>
            </a:r>
            <a:br/>
            <a:r>
              <a:t>• Income</a:t>
            </a:r>
            <a:br/>
            <a:r>
              <a:t>• Loan Amount</a:t>
            </a:r>
            <a:br/>
            <a:r>
              <a:t>• Credit Score</a:t>
            </a:r>
            <a:br/>
            <a:r>
              <a:t>• Loan Term</a:t>
            </a:r>
            <a:br/>
            <a:r>
              <a:t>• Employment Status</a:t>
            </a:r>
            <a:br/>
            <a:r>
              <a:t>• Default Status</a:t>
            </a:r>
            <a:br/>
            <a:br/>
            <a:r>
              <a:t>Target Variable: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Python</a:t>
            </a:r>
            <a:br/>
            <a:br/>
            <a:r>
              <a:t>Libraries:</a:t>
            </a:r>
            <a:br/>
            <a:r>
              <a:t>• Pandas</a:t>
            </a:r>
            <a:br/>
            <a:r>
              <a:t>• NumPy</a:t>
            </a:r>
            <a:br/>
            <a:r>
              <a:t>• Matplotlib</a:t>
            </a:r>
            <a:br/>
            <a:r>
              <a:t>• Seaborn</a:t>
            </a:r>
            <a:br/>
            <a:r>
              <a:t>• Scikit-Learn</a:t>
            </a:r>
            <a:br/>
            <a:br/>
            <a:r>
              <a:t>Development Environment:</a:t>
            </a:r>
            <a:br/>
            <a:r>
              <a:t>Jupyter Notebook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Data Collection</a:t>
            </a:r>
            <a:br/>
            <a:r>
              <a:t>        ↓</a:t>
            </a:r>
            <a:br/>
            <a:r>
              <a:t>Data Preprocessing</a:t>
            </a:r>
            <a:br/>
            <a:r>
              <a:t>        ↓</a:t>
            </a:r>
            <a:br/>
            <a:r>
              <a:t>Exploratory Data Analysis</a:t>
            </a:r>
            <a:br/>
            <a:r>
              <a:t>        ↓</a:t>
            </a:r>
            <a:br/>
            <a:r>
              <a:t>Data Visualization</a:t>
            </a:r>
            <a:br/>
            <a:r>
              <a:t>        ↓</a:t>
            </a:r>
            <a:br/>
            <a:r>
              <a:t>Model Training</a:t>
            </a:r>
            <a:br/>
            <a:r>
              <a:t>        ↓</a:t>
            </a:r>
            <a:br/>
            <a:r>
              <a:t>Model Evaluation</a:t>
            </a:r>
            <a:br/>
            <a:r>
              <a:t>        ↓</a:t>
            </a:r>
            <a:br/>
            <a:r>
              <a:t>Loan Default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Random Forest Classifier</a:t>
            </a:r>
            <a:br/>
            <a:br/>
            <a:r>
              <a:t>Random Forest is an ensemble Machine Learning algorithm that combines multiple decision trees to make predictions.</a:t>
            </a:r>
            <a:br/>
            <a:br/>
            <a:r>
              <a:t>Advantages:</a:t>
            </a:r>
            <a:br/>
            <a:r>
              <a:t>• Easy to use</a:t>
            </a:r>
            <a:br/>
            <a:r>
              <a:t>• Handles multiple features</a:t>
            </a:r>
            <a:br/>
            <a:r>
              <a:t>• Can capture complex relationships</a:t>
            </a:r>
            <a:br/>
            <a:r>
              <a:t>• Provides feature importance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The model was evaluated using:</a:t>
            </a:r>
            <a:br/>
            <a:br/>
            <a:r>
              <a:t>• Accuracy</a:t>
            </a:r>
            <a:br/>
            <a:r>
              <a:t>• Precision</a:t>
            </a:r>
            <a:br/>
            <a:r>
              <a:t>• Recall</a:t>
            </a:r>
            <a:br/>
            <a:r>
              <a:t>• F1-Score</a:t>
            </a:r>
            <a:br/>
            <a:r>
              <a:t>• Confusion Matrix</a:t>
            </a:r>
            <a:br/>
            <a:br/>
            <a:r>
              <a:t>Feature importance was also analyzed to understand which customer characteristics contribute to the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The project demonstrates how Machine Learning can be applied to loan default risk prediction.</a:t>
            </a:r>
            <a:br/>
            <a:br/>
            <a:r>
              <a:t>The Random Forest model analyzes customer financial and credit information and predicts whether a customer is likely to default.</a:t>
            </a:r>
            <a:br/>
            <a:br/>
            <a:r>
              <a:t>This project provides a basic demonstration of a Data Science workflow from data preprocessing to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Loan Default Risk Prediction</a:t>
            </a:r>
            <a:br/>
            <a:br/>
            <a:r>
              <a:t>Presented by:</a:t>
            </a:r>
            <a:br/>
            <a:r>
              <a:t>Bhawna Jadaun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